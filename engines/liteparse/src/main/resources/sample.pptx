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LiteParse 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sample slide for smoke testing the liteparse transform engine.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contains extractable text content used by LiteParse during transformation.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